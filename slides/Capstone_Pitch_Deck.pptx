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this is an AI mechanic's assistant. Emphasize it shows its reasoning and cites sources -- that's the trust angle for both coach and general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this in something relatable: a dashboard warning light means nothing to most drivers, and even shops spend hours on diagnostic guesswork.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elevator pitch slide. Let the quote breathe -- read it aloud, then point to the three steps as literally what the agent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preempts the three questions people always ask: who is this for, why not customers, and is this pre- or post-production. Answer all three before they're asked: professional users (fleet manager primary, OEM engineer secondary), in-service vehicles already on the road (not a factory QA tool), and consumer-facing is an explicit future extension, not something ruled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top to bottom: input triggers the orchestrator, which decides to call up to three tools, then the dashboard shows both the trace and the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rigor proof point: the dataset that looked good on paper failed a real signal test (AUC 0.4975), and the one we kept had to earn it (AUC 0.9999, semantically sensible feature importances). Full trial log in docs/Dataset_Selection_Log.md.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so accuracy never gets asked about as a gotcha. Lead with why accuracy is the wrong metric here, then the three things reported instead, then the split methodology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'why is this hard / valuable.' The agent makes a decision at each step instead of following a fixed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to the coach: existing precedent validates the problem is real, not that the idea is unoriginal. Then pivot immediately to the differentiator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scope so the coach sees this is bounded and shippable,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707" y="994867"/>
            <a:ext cx="570586" cy="5705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161C4A"/>
          </a:solidFill>
          <a:ln w="28575">
            <a:solidFill>
              <a:srgbClr val="F2A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707" y="994867"/>
            <a:ext cx="570586" cy="5705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3A4380">
              <a:alpha val="0"/>
            </a:srgbClr>
          </a:solidFill>
          <a:ln w="28575">
            <a:solidFill>
              <a:srgbClr val="F2A9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2057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Vehicle Fault Diagnosis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Repair Copilot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0972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mechanic's assistant that diagnoses, cites its sources, and shows its reasoning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neue fische Data Science &amp; AI Bootcamp  ·  Harsha, Ghada &amp; Hüseyin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57200" cy="73152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signals happen constantly — trouble codes, abnormal sensor readings.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signal into a diagnosis today requires a human cross-referencing manufacturer bulletins and recall databases.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6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process is slow, inconsistent, and doesn't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06440" y="1371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0" y="1965960"/>
            <a:ext cx="1371600" cy="1371600"/>
          </a:xfrm>
          <a:prstGeom prst="ellipse">
            <a:avLst/>
          </a:prstGeom>
          <a:solidFill>
            <a:srgbClr val="FDECC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856" y="232257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received.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to read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344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AI mechanic’s assistant — give it a car’s warning signal, and it figures out what’s likely wrong, pulls up real recall and repair records, and writes a diagnosis you can trust because it shows its sources.”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71600" y="27889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118" y="30504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fault model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40964" y="3163824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069080" y="27889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598" y="30504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NHTSA records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38444" y="3163824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6560" y="27889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078" y="305043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722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repair ticket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 — And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(yet) a consumer app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019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driver-facing safety call needs a much higher trust/liability bar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6791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 well in 4 weeks = double the UI, or one shallow build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4564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output generalizes here later — an extension, not ruled out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754880" y="12344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for, right now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6596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0" y="1901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maintenance manager (primary) — "pull it in now, or keep driving?"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74320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0" y="2679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OEM/dealer diagnostic engineer (secondary) — same output, root cause + citations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52044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6400" y="3456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Post-production, in-service vehicles — not a manufacturing-line QA tool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10515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DTC Input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572768"/>
            <a:ext cx="0" cy="292608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901952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901952"/>
            <a:ext cx="3657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 (LLM)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514600"/>
            <a:ext cx="0" cy="256032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26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28895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Fault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07008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classifier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19272" y="27889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926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28895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Recalls &amp; TSBs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7764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NHTSA corpus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9904" y="27889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926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28895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Ticket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748272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repair writeup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0" y="3840480"/>
            <a:ext cx="0" cy="256032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286000" y="41148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reasoning trace + final ticket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Rigor: Every Dataset Earns Its Spot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setback: </a:t>
            </a:r>
            <a:pPr indent="0" marL="0">
              <a:buNone/>
            </a:pPr>
            <a:r>
              <a:rPr lang="en-US" sz="13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first-choice Kaggle dataset was removed from the platform during our prep, ahead of kickoff — page gone, not in search.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</a:t>
            </a:r>
            <a:pPr indent="0" marL="0">
              <a:buNone/>
            </a:pPr>
            <a:r>
              <a:rPr lang="en-US" sz="13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quick model on each candidate's own features against its own labels, and check AUC against a coin-flip baseline. Only qualifies if it clears that bar by a wide margin.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40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042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looked perfect on paper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79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scale, plausible sensor columns, realistic-looking imbalance. Signal-tested anyway: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signal — same as guessing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 0.4975 against its own labels) — sensor means differed &lt;2% between classes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2103120"/>
            <a:ext cx="384048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2860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3042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— signal confirmed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679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DTC codes as the target, not a generated label: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real pattern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029200" y="3493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 0.9999 · F1 0.995) — importances match the real code names (Motor RPM/Torque/Temp ↔ P0MR/P0MT)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48640" y="4041648"/>
            <a:ext cx="2624328" cy="777240"/>
          </a:xfrm>
          <a:prstGeom prst="roundRect">
            <a:avLst>
              <a:gd name="adj" fmla="val 11765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5800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175,200 rows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0080" y="44988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EVs × 5 yrs, hourly telemetry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55848" y="4041648"/>
            <a:ext cx="2624328" cy="777240"/>
          </a:xfrm>
          <a:prstGeom prst="roundRect">
            <a:avLst>
              <a:gd name="adj" fmla="val 11765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493008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1.51% / 0.12%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447288" y="44988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/ Warning rate (rest Normal)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63056" y="4041648"/>
            <a:ext cx="2624328" cy="777240"/>
          </a:xfrm>
          <a:prstGeom prst="roundRect">
            <a:avLst>
              <a:gd name="adj" fmla="val 11765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300216" y="4114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+ 3,329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254496" y="44988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recalls + complaints filtered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Success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86484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30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+ Recall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2423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+ confusion matrix across Normal/Warning/Fault — averaged equally, not dominated by the majority class.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55848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3692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38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Rollup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2423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vs. Any-Issue — the statistically reliable headline number (Warning has ~40 test rows, reported as directional).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63056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00900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546" y="15142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27648" y="242316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vehicle, last ~20% of the timeline held out — not a random row split, avoids adjacent-hour leakage.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22960" y="36118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accuracy: </a:t>
            </a:r>
            <a:pPr indent="0" marL="0">
              <a:buNone/>
            </a:pPr>
            <a:r>
              <a:rPr lang="en-US" sz="13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98.37% of rows Normal, guessing “Normal” every time scores 98%+ while catching zero real faults.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Pipeline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script, one pass through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328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template output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9981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0540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reasoning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6674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6210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“just a chatbot”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754880" y="12344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Agentic Approach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96596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which tool to call next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532888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640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retrieve → generate, adaptively</a:t>
            </a:r>
            <a:endParaRPr lang="en-US" sz="12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099816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0" y="3054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shown in the UI</a:t>
            </a:r>
            <a:endParaRPr lang="en-US" sz="12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666744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86400" y="3621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cited, escalates when unsure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Space Is Real — Good News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86484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30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24231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cross-referencing OBD-II codes against NHTSA recall data.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55848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3692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38" y="15142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Recon (99P Labs)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24231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ML + RAG system forecasting safety recalls from NHTSA data.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63056" y="1188720"/>
            <a:ext cx="26243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00900" y="1371600"/>
            <a:ext cx="548640" cy="548640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546" y="15142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20299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RAG (Springer, 2025)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27648" y="24231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classifier + multi-step RAG for generating diagnostic reports.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22960" y="36118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</a:t>
            </a:r>
            <a:pPr indent="0" marL="0">
              <a:buNone/>
            </a:pPr>
            <a:r>
              <a:rPr lang="en-US" sz="1300" dirty="0">
                <a:solidFill>
                  <a:srgbClr val="2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with a visible reasoning trace, plus full-stack ownership end-to-end — not a single vendor API.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7218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44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Battery/EV subsystem — locked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DTC-based dataset, 1.63% fault rate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939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fault classifier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small neural net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2615184"/>
            <a:ext cx="457200" cy="45720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157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NHTSA-grounded retrieval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8016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recalls + 3,329 complaints filtered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33756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209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ticket generation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80160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 + guardrails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935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831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dashboard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8016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 + ops metrics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120640" y="13716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161C4A"/>
          </a:solidFill>
          <a:ln/>
          <a:effectLst>
            <a:outerShdw sx="100000" sy="100000" kx="0" ky="0" algn="bl" rotWithShape="0" blurRad="127000" dist="38100" dir="2700000">
              <a:srgbClr val="0B1030">
                <a:alpha val="1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355080" y="1691640"/>
            <a:ext cx="1005840" cy="1005840"/>
          </a:xfrm>
          <a:prstGeom prst="ellipse">
            <a:avLst/>
          </a:prstGeom>
          <a:solidFill>
            <a:srgbClr val="2A337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598" y="1953158"/>
            <a:ext cx="482803" cy="4828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0352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diagnose smarter.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53035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questions welcome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7325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Vehicle Fault Diagnosis &amp; Repair Copilot</dc:title>
  <dc:subject>PptxGenJS Presentation</dc:subject>
  <dc:creator>Harsha, Ghada &amp; Hüseyin</dc:creator>
  <cp:lastModifiedBy>Harsha, Ghada &amp; Hüseyin</cp:lastModifiedBy>
  <cp:revision>1</cp:revision>
  <dcterms:created xsi:type="dcterms:W3CDTF">2026-07-24T11:57:26Z</dcterms:created>
  <dcterms:modified xsi:type="dcterms:W3CDTF">2026-07-24T11:57:26Z</dcterms:modified>
</cp:coreProperties>
</file>