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done,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in progress (project started 7/27) — classifier work is ahead of plan; RAG and infra are the real gap now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50592"/>
            <a:ext cx="128016" cy="128016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locked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/ EV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128016" cy="128016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8895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dataset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8895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889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175,200 rows, cleaned, labeled, EDA'd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28016" cy="128016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401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NHTSA RAG corpus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4015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4015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recalls + 3,329 complaints, filtered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86784"/>
            <a:ext cx="128016" cy="128016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9136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classifier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9136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913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to forecasting after a methodology catch — ~0.60 macro F1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498848"/>
            <a:ext cx="128016" cy="128016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4256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+ decision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44256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44256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 families across 3 people — shipping Random Forest (see next slide)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010912"/>
            <a:ext cx="128016" cy="128016"/>
          </a:xfrm>
          <a:prstGeom prst="ellipse">
            <a:avLst/>
          </a:prstGeom>
          <a:solidFill>
            <a:srgbClr val="9AA3B5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4937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embeddings + retrieval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4937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4937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now — chunking is the first concrete task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522976"/>
            <a:ext cx="128016" cy="128016"/>
          </a:xfrm>
          <a:prstGeom prst="ellipse">
            <a:avLst/>
          </a:prstGeom>
          <a:solidFill>
            <a:srgbClr val="9AA3B5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" y="54498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Streamlit skeleton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544982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0" y="544982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written, not yet wired to the app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6035040"/>
            <a:ext cx="128016" cy="128016"/>
          </a:xfrm>
          <a:prstGeom prst="ellipse">
            <a:avLst/>
          </a:prstGeom>
          <a:solidFill>
            <a:srgbClr val="9AA3B5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5961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tool-calling loop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46320" y="59618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0" y="5961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RAG + classifier wiring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nets: default threshold vs. tuned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 6h. Default 0.5 skews every architecture toward high recall / low precision — threshold tuning (free, no retraining) closes most of the gap to trees.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74320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91840" y="1783080"/>
            <a:ext cx="173736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0" y="1783080"/>
            <a:ext cx="14630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173736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0" y="1783080"/>
            <a:ext cx="173736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recall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966960" y="1783080"/>
            <a:ext cx="182880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precision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2743200" cy="420624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(boundary-safe)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1737360" cy="420624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148840"/>
            <a:ext cx="1463040" cy="420624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(tuned)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1737360" cy="420624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2148840"/>
            <a:ext cx="1737360" cy="420624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66960" y="2148840"/>
            <a:ext cx="1828800" cy="420624"/>
          </a:xfrm>
          <a:prstGeom prst="rect">
            <a:avLst/>
          </a:prstGeom>
          <a:solidFill>
            <a:srgbClr val="FDF3E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569464"/>
            <a:ext cx="274320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(boundary-safe)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569464"/>
            <a:ext cx="173736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569464"/>
            <a:ext cx="146304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(tuned)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569464"/>
            <a:ext cx="173736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2569464"/>
            <a:ext cx="173736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66960" y="2569464"/>
            <a:ext cx="182880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2990088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(original windows)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2990088"/>
            <a:ext cx="1737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2990088"/>
            <a:ext cx="14630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(tuned)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990088"/>
            <a:ext cx="1737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2990088"/>
            <a:ext cx="1737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66960" y="2990088"/>
            <a:ext cx="1828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410712"/>
            <a:ext cx="274320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1 layer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410712"/>
            <a:ext cx="173736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Hüseyin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3410712"/>
            <a:ext cx="146304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(default)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3410712"/>
            <a:ext cx="173736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3410712"/>
            <a:ext cx="173736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66960" y="3410712"/>
            <a:ext cx="182880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3831336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3831336"/>
            <a:ext cx="1737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Hüseyin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831336"/>
            <a:ext cx="14630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(default)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3831336"/>
            <a:ext cx="1737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0" y="3831336"/>
            <a:ext cx="1737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66960" y="3831336"/>
            <a:ext cx="1828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4251960"/>
            <a:ext cx="274320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2 layer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91840" y="4251960"/>
            <a:ext cx="173736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4251960"/>
            <a:ext cx="146304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(default)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4251960"/>
            <a:ext cx="173736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0.509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29600" y="4251960"/>
            <a:ext cx="173736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0.809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966960" y="4251960"/>
            <a:ext cx="1828800" cy="420624"/>
          </a:xfrm>
          <a:prstGeom prst="rect">
            <a:avLst/>
          </a:prstGeom>
          <a:solidFill>
            <a:srgbClr val="EEF3F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4672584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(boundary-safe)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291840" y="4672584"/>
            <a:ext cx="1737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Ghada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29200" y="4672584"/>
            <a:ext cx="14630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(default)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92240" y="4672584"/>
            <a:ext cx="1737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229600" y="4672584"/>
            <a:ext cx="17373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966960" y="4672584"/>
            <a:ext cx="1828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0.166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8640" y="5230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check: re-ran the LSTM and RNN with boundary-safe windows (train/test split before windowing, not after) to rule out train/test overlap inflating results. LSTM barely moved (&lt;0.01); RNN's tuned macro F1 is now the best in the whole 6h comparison — but at less than half RF's fault recall, so it still doesn't change what we're shipping.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Random Forest, not a neural net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fault recall that fits the goal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catches 59.4% of real faults vs. 34.1% for the tuned LSTM — and the plan's own framing is explicit: a missed fault costs more than a false alarm.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9659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1945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reproduced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8346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Harsha's and Ghada's Random Forest runs landed within 0.001 macro F1 of each other on separate implementations — not a fluke of one person's pipeline.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1945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ship and maintain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28346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architecture search, no threshold tuning required to be competitive, no GPU/Keras dependency in the deployed app.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tried the required deep-learning component seriously — three architectures (LSTM, 1D-CNN, RNN), threshold tuning, a train/test leakage rigor check — and it doesn't beat a well-tuned tree model on this dataset size (~175K rows, ~9% positive). That's a finding, not a failure.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2026-08-05T09:46:44Z</dcterms:created>
  <dcterms:modified xsi:type="dcterms:W3CDTF">2026-08-05T09:46:44Z</dcterms:modified>
</cp:coreProperties>
</file>